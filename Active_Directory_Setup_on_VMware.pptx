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011680"/>
            <a:ext cx="10728655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spc="1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ACTIVE DIRECTORY SET-UP</a:t>
            </a:r>
            <a:endParaRPr lang="en-US" sz="4000" dirty="0"/>
          </a:p>
          <a:p>
            <a:pPr algn="l" indent="0" marL="0">
              <a:buNone/>
            </a:pPr>
            <a:r>
              <a:rPr lang="en-US" sz="4000" b="1" spc="1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 VMWARE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3931920"/>
            <a:ext cx="92656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 self-contained Windows Server + Active Directory + Windows 10 lab environment in VMware Workstation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3703320"/>
            <a:ext cx="1280160" cy="36576"/>
          </a:xfrm>
          <a:prstGeom prst="rect">
            <a:avLst/>
          </a:prstGeom>
          <a:solidFill>
            <a:srgbClr val="E8B23A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6035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C9B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step-by-step technical walkthrough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WE’LL COVER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3716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325880" y="1316736"/>
            <a:ext cx="47242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Installing Windows Server on VMware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325880" y="1673352"/>
            <a:ext cx="47242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the VM and boot into setup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61608" y="13716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6461608" y="1371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147408" y="1316736"/>
            <a:ext cx="47242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Server OS Set-Up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147408" y="1673352"/>
            <a:ext cx="47242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Edition, license, disk &amp; first login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26060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606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325880" y="2551176"/>
            <a:ext cx="47242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Directory Set-Up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325880" y="2907792"/>
            <a:ext cx="47242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AD DS role &amp; promote to domain controller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61608" y="260604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6461608" y="2606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147408" y="2551176"/>
            <a:ext cx="47242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Profile Set-Up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147408" y="2907792"/>
            <a:ext cx="47242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domain user account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" y="384048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3840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325880" y="3785616"/>
            <a:ext cx="47242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 Address Set-Up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325880" y="4142232"/>
            <a:ext cx="47242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a static IP to the server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61608" y="384048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4" name="Text 22"/>
          <p:cNvSpPr/>
          <p:nvPr/>
        </p:nvSpPr>
        <p:spPr>
          <a:xfrm>
            <a:off x="6461608" y="3840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147408" y="3785616"/>
            <a:ext cx="47242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Installing Windows 10 VM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147408" y="4142232"/>
            <a:ext cx="47242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the client VM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8" name="Text 26"/>
          <p:cNvSpPr/>
          <p:nvPr/>
        </p:nvSpPr>
        <p:spPr>
          <a:xfrm>
            <a:off x="640080" y="50749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325880" y="5020056"/>
            <a:ext cx="47242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10 Guest OS Set-Up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325880" y="5376672"/>
            <a:ext cx="47242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config, domain join &amp; sign-in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28016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B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109441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Installing Windows Server on VMware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CADCFC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4173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97280" y="1380744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new virtual machine and browse to the Windows Server ISO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28600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CADCFC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2860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97280" y="2249424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 the product key, pick the disk size (60GB) and split into multiple files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15468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CADCFC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1546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97280" y="3118104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the unneeded virtual floppy from VM settings, then power on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402336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CADCFC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40233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97280" y="3986784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 the ISO and enter the Windows Server setup wizard</a:t>
            </a:r>
            <a:endParaRPr lang="en-US" sz="1300" dirty="0"/>
          </a:p>
        </p:txBody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46520" y="1962506"/>
            <a:ext cx="5120640" cy="3573069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pic>
      <p:sp>
        <p:nvSpPr>
          <p:cNvPr id="18" name="Text 15"/>
          <p:cNvSpPr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28016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B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109441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Windows Server OS Set-Up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CADCFC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4173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97280" y="1380744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language and click Install now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28600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CADCFC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2860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97280" y="2249424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Windows Server Standard Evaluation (Desktop Experience)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15468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CADCFC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1546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97280" y="3118104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 the license terms and choose Custom install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402336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CADCFC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40233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97280" y="3986784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Partition the disk, wait for install, then set the Administrator password</a:t>
            </a:r>
            <a:endParaRPr lang="en-US" sz="1300" dirty="0"/>
          </a:p>
        </p:txBody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46520" y="2178710"/>
            <a:ext cx="4206240" cy="3140659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pic>
      <p:sp>
        <p:nvSpPr>
          <p:cNvPr id="18" name="Text 15"/>
          <p:cNvSpPr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28016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B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 – PART 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109441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Adding the Active Directory Role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CADCFC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4173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97280" y="1380744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Server Manager and launch "Add roles and features"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28600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CADCFC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2860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97280" y="2249424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Role-based or Feature-based installation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15468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CADCFC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1546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97280" y="3118104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the server, then check "Active Directory Domain Services"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402336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CADCFC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40233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97280" y="3986784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the required management tools and features, then install</a:t>
            </a:r>
            <a:endParaRPr lang="en-US" sz="1300" dirty="0"/>
          </a:p>
        </p:txBody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46520" y="2494483"/>
            <a:ext cx="5120640" cy="2509114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pic>
      <p:sp>
        <p:nvSpPr>
          <p:cNvPr id="18" name="Text 15"/>
          <p:cNvSpPr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28016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B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 – PART 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109441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Promoting the Server to a Domain Controller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CADCFC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4173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97280" y="1380744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Server Manager notification flag, choose "Promote this server"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28600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CADCFC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2860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97280" y="2249424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"Add a new Forest" and enter a root domain name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15468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CADCFC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1546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97280" y="3118104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the Directory Services Restore Mode password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402336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CADCFC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40233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97280" y="3986784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DNS, NetBIOS and paths, run the prerequisite check, then install</a:t>
            </a:r>
            <a:endParaRPr lang="en-US" sz="1300" dirty="0"/>
          </a:p>
        </p:txBody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46520" y="2434742"/>
            <a:ext cx="5120640" cy="2628595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pic>
      <p:sp>
        <p:nvSpPr>
          <p:cNvPr id="18" name="Text 15"/>
          <p:cNvSpPr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28016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B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109441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Creating a Domain User Profile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CADCFC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4173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97280" y="1380744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"Active Directory Users and Computers" from Server Manager Tools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28600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CADCFC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2860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97280" y="2249424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Right-click the Users folder → New → User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15468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CADCFC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1546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97280" y="3118104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the name and logon name for the account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402336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CADCFC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40233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97280" y="3986784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a password (Password never expires) and finish</a:t>
            </a:r>
            <a:endParaRPr lang="en-US" sz="1300" dirty="0"/>
          </a:p>
        </p:txBody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46520" y="2554224"/>
            <a:ext cx="5120640" cy="2389632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pic>
      <p:sp>
        <p:nvSpPr>
          <p:cNvPr id="18" name="Text 15"/>
          <p:cNvSpPr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28016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B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109441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Assigning a Static IP Address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CADCFC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4173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97280" y="1380744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Network Settings → Change Adapter Options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28600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CADCFC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2860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97280" y="2249424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Right-click Ethernet0 → Properties → IPv4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15468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CADCFC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1546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97280" y="3118104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a static IP, subnet mask and default gateway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402336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CADCFC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40233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97280" y="3986784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the configuration with "ipconfig" in PowerShell</a:t>
            </a:r>
            <a:endParaRPr lang="en-US" sz="1300" dirty="0"/>
          </a:p>
        </p:txBody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46520" y="2120290"/>
            <a:ext cx="4206240" cy="3257499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pic>
      <p:sp>
        <p:nvSpPr>
          <p:cNvPr id="18" name="Text 15"/>
          <p:cNvSpPr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28016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B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6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109441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Installing the Windows 10 Client VM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CADCFC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4173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97280" y="1380744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new virtual machine and browse to the Windows 10 ISO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28600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CADCFC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2860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97280" y="2249424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"Windows 10 Pro" as the version to install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15468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CADCFC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1546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97280" y="3118104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the machine and set disk size (60GB, split into multiple files)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402336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CADCFC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40233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97280" y="3986784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Finish and wait for the VM to be created</a:t>
            </a:r>
            <a:endParaRPr lang="en-US" sz="1300" dirty="0"/>
          </a:p>
        </p:txBody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46520" y="1752015"/>
            <a:ext cx="3931920" cy="3994050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pic>
      <p:sp>
        <p:nvSpPr>
          <p:cNvPr id="18" name="Text 15"/>
          <p:cNvSpPr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28016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B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7 – PART 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109441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Windows 10: Network Configuration &amp; Domain Join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CADCFC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4173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97280" y="1380744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Windows 10 Enterprise LTSC and boot into the desktop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28600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CADCFC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2860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97280" y="2249424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a static IP on Ethernet0 to match the server’s subnet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15468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CADCFC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1546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97280" y="3118104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System Properties → Rename this PC (advanced)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402336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CADCFC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40233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97280" y="3986784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the machine to the Active Directory domain (e.g. codeforge.local)</a:t>
            </a:r>
            <a:endParaRPr lang="en-US" sz="1300" dirty="0"/>
          </a:p>
        </p:txBody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46520" y="1912315"/>
            <a:ext cx="4206240" cy="3673450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pic>
      <p:sp>
        <p:nvSpPr>
          <p:cNvPr id="18" name="Text 15"/>
          <p:cNvSpPr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28016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B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7 – PART 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384048"/>
            <a:ext cx="1109441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Signing In to the Domain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CADCFC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4173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97280" y="1380744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 the "Welcome to the domain" notification and restart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28600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CADCFC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2860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97280" y="2249424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the lock screen, choose "Other user"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15468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CADCFC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1546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97280" y="3118104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in using the domain user account created in Active Directory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402336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CADCFC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40233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97280" y="3986784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environment now simulates a real client/server domain network</a:t>
            </a:r>
            <a:endParaRPr lang="en-US" sz="1300" dirty="0"/>
          </a:p>
        </p:txBody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46520" y="2187245"/>
            <a:ext cx="5120640" cy="3123590"/>
          </a:xfrm>
          <a:prstGeom prst="rect">
            <a:avLst/>
          </a:prstGeom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pic>
      <p:sp>
        <p:nvSpPr>
          <p:cNvPr id="18" name="Text 15"/>
          <p:cNvSpPr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822960"/>
            <a:ext cx="1072865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LAB ENVIRONMENT COMPLETE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481328"/>
            <a:ext cx="1280160" cy="36576"/>
          </a:xfrm>
          <a:prstGeom prst="rect">
            <a:avLst/>
          </a:prstGeom>
          <a:solidFill>
            <a:srgbClr val="E8B23A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920240"/>
            <a:ext cx="5090008" cy="1737360"/>
          </a:xfrm>
          <a:prstGeom prst="roundRect">
            <a:avLst>
              <a:gd name="adj" fmla="val 4211"/>
            </a:avLst>
          </a:prstGeom>
          <a:solidFill>
            <a:srgbClr val="2A3673"/>
          </a:solidFill>
          <a:ln w="12700">
            <a:solidFill>
              <a:srgbClr val="3E4A8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2121408"/>
            <a:ext cx="45413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Server 2022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005840" y="2578608"/>
            <a:ext cx="454136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FB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Controller running Active Directory Domain Services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370168" y="1920240"/>
            <a:ext cx="5090008" cy="1737360"/>
          </a:xfrm>
          <a:prstGeom prst="roundRect">
            <a:avLst>
              <a:gd name="adj" fmla="val 4211"/>
            </a:avLst>
          </a:prstGeom>
          <a:solidFill>
            <a:srgbClr val="2A3673"/>
          </a:solidFill>
          <a:ln w="12700">
            <a:solidFill>
              <a:srgbClr val="3E4A8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44488" y="2121408"/>
            <a:ext cx="45413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Networking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644488" y="2578608"/>
            <a:ext cx="454136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FB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and client both configured with fixed IP addresses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" y="4023360"/>
            <a:ext cx="5090008" cy="1737360"/>
          </a:xfrm>
          <a:prstGeom prst="roundRect">
            <a:avLst>
              <a:gd name="adj" fmla="val 4211"/>
            </a:avLst>
          </a:prstGeom>
          <a:solidFill>
            <a:srgbClr val="2A3673"/>
          </a:solidFill>
          <a:ln w="12700">
            <a:solidFill>
              <a:srgbClr val="3E4A8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4224528"/>
            <a:ext cx="45413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User Account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05840" y="4681728"/>
            <a:ext cx="454136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FB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in AD and used to sign in from the client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370168" y="4023360"/>
            <a:ext cx="5090008" cy="1737360"/>
          </a:xfrm>
          <a:prstGeom prst="roundRect">
            <a:avLst>
              <a:gd name="adj" fmla="val 4211"/>
            </a:avLst>
          </a:prstGeom>
          <a:solidFill>
            <a:srgbClr val="2A3673"/>
          </a:solidFill>
          <a:ln w="12700">
            <a:solidFill>
              <a:srgbClr val="3E4A8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44488" y="4224528"/>
            <a:ext cx="45413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10 Pro Client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644488" y="4681728"/>
            <a:ext cx="454136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9FB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Joined to the domain and verified via sign-in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651760"/>
            <a:ext cx="1072865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Questions?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3566160"/>
            <a:ext cx="1072865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1460175" y="64465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2026-09-05T19:30:33Z</dcterms:created>
  <dcterms:modified xsi:type="dcterms:W3CDTF">2026-09-05T19:30:33Z</dcterms:modified>
</cp:coreProperties>
</file>